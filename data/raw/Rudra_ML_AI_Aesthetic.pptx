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Field of Interest:</a:t>
            </a:r>
            <a:br/>
            <a:r>
              <a:t>Machine Learning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Rudra Naresh</a:t>
            </a:r>
            <a:br/>
            <a:r>
              <a:t>SY BTech Electronics, VJTI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Computers learn from data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Make predictions &amp; decisions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Core part of AI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Used in modern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Applications of ML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Healthcare &amp; diagnosis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Finance &amp; fraud detection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Self-driving vehicles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Chatbots &amp; assistants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My Area of Interest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Natural Language Processing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Large Language Models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RAG-based chatbots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Real-world AI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03E"/>
                </a:solidFill>
              </a:defRPr>
            </a:pPr>
            <a:r>
              <a:t>My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82828"/>
                </a:solidFill>
              </a:defRPr>
            </a:pPr>
            <a:r>
              <a:t>• Learn ML &amp; Deep Learning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Build AI projects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Solve real problems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• Explore AI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